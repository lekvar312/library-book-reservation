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BOOK RESERVATION SYSTEM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Яку проблему вирішує наш продукт?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Резервування книг у бібліотеці й досі здебільшого відбувається вручну — це створює незручності для користувачів, бібліотекарів і адміністрації.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29584" cy="3566160"/>
          </a:xfrm>
          <a:prstGeom prst="roundRect">
            <a:avLst>
              <a:gd name="adj" fmla="val 3109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743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7472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Користувачі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31920"/>
            <a:ext cx="28895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бачать, чи доступна книга, не виходячи з дому, і не можуть самостійно оформити чи скасувати бронювання.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2423160"/>
            <a:ext cx="3529584" cy="3566160"/>
          </a:xfrm>
          <a:prstGeom prst="roundRect">
            <a:avLst>
              <a:gd name="adj" fmla="val 3109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2743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47472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Бібліотекарі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3931920"/>
            <a:ext cx="28895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Витрачають час на ручну обробку запитів і облік книг замість якісного обслуговування відвідувачів.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74736" y="2423160"/>
            <a:ext cx="3529584" cy="3566160"/>
          </a:xfrm>
          <a:prstGeom prst="roundRect">
            <a:avLst>
              <a:gd name="adj" fmla="val 3109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94776" y="2743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94776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94776" y="347472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 керування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94776" y="3931920"/>
            <a:ext cx="28895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єдиного інструменту для керування користувачами, ролями та бронюваннями — процеси розпорошені.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 1 · Яку проблему вирішує наш продукт?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2026-09-25T18:07:01Z</dcterms:created>
  <dcterms:modified xsi:type="dcterms:W3CDTF">2026-09-25T18:07:01Z</dcterms:modified>
</cp:coreProperties>
</file>